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Figure 1</a:t>
            </a:r>
          </a:p>
        </p:txBody>
      </p:sp>
      <p:pic>
        <p:nvPicPr>
          <p:cNvPr id="3" name="Picture 2" descr="figure_1_representation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Preserved observables and the spatial meaning they support. Each layer adds information not recoverable from the preceding layer under the stated Euclidean model.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Figure 2</a:t>
            </a:r>
          </a:p>
        </p:txBody>
      </p:sp>
      <p:pic>
        <p:nvPicPr>
          <p:cNvPr id="3" name="Picture 2" descr="figure_2_residual_invariance_hierarch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Residual invariance group after successive physical anchors. Complete centered Euclidean chord distances leave O(3); a directed axis leaves O(2); an independently recoverable physical chiral witness leaves SO(2); and a directed meridian removes the final axial rotation.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Figure 3</a:t>
            </a:r>
          </a:p>
        </p:txBody>
      </p:sp>
      <p:pic>
        <p:nvPicPr>
          <p:cNvPr id="3" name="Picture 2" descr="figure_3_direction_asym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Directional asymmetry under axial reflection. Generic axial-latitude ordering is preserved, whereas signed relative longitude reverses. The longitude relation is pairwise on the principal branch and is undefined at axis and projected-antipode degeneracies.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Figure 4</a:t>
            </a:r>
          </a:p>
        </p:txBody>
      </p:sp>
      <p:pic>
        <p:nvPicPr>
          <p:cNvPr id="3" name="Picture 2" descr="figure_4_rigidity_phas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Probability of full local rigidity for generic three-dimensional random frameworks. Each cell summarizes 2000 independently sampled point-and-edge realizations after the six infinitesimal Euclidean gauge modes are removed. The result concerns local rigidity, not global uniqueness.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Figure 5</a:t>
            </a:r>
          </a:p>
        </p:txBody>
      </p:sp>
      <p:pic>
        <p:nvPicPr>
          <p:cNvPr id="3" name="Picture 2" descr="figure_5_itrf_demonst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ITRF2020 demonstration. The left panel shows the selected SLR sites and published velocity magnitudes. The right panel shows absolute pairwise Euclidean chord-distance changes after linear propagation from epoch 2015.0 to 2025.0; this is an epoch-sensitivity calculation, not a reflected physical realization.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Supplementary Figure S1</a:t>
            </a:r>
          </a:p>
        </p:txBody>
      </p:sp>
      <p:pic>
        <p:nvPicPr>
          <p:cNvPr id="3" name="Picture 2" descr="supplementary_figure_s1_synthetic_bench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Synthetic theorem-validation benchmark under proper rotation and axial reflection.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455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latin typeface="Arial"/>
              </a:defRPr>
            </a:pPr>
            <a:r>
              <a:t>Supplementary Figure S2</a:t>
            </a:r>
          </a:p>
        </p:txBody>
      </p:sp>
      <p:pic>
        <p:nvPicPr>
          <p:cNvPr id="3" name="Picture 2" descr="supplementary_figure_s2_anchor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777240"/>
            <a:ext cx="9994392" cy="51206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91672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Arial"/>
              </a:defRPr>
            </a:pPr>
            <a:r>
              <a:t>Seeded axis-noise and algebraic-orientation-corruption validation experiment.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